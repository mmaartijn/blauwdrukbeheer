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0204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352F8-3F6A-A943-C016-FE3C3EC0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24C3C-BBC6-D5AC-7EA8-BBF0F3FED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EED3A-9C9E-8AC9-9EF4-5B0C7A7B7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40D9-62B3-CF66-AB37-3CB8EA1998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64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40AF">
              <a:alpha val="40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1D4ED8">
              <a:alpha val="5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Blauwdruk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beheer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Beheer van de onderwijsblauwdruk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HBO Informatica Software Ontwikkeling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82880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Avans Hogeschool ·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 doet Blauwdrukbeheer?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centrale webapplicatie voor het beheren van de HBO-SO onderwijsblauwdruk — keywords, modules en leeruitkomsten in één overzicht.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2651760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1E3A8A">
              <a:alpha val="1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Jaar × Blok Matrix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Visueel overzicht van alle modules per jaar en blok. Klikbaar per portefeuille met Bloom-niveau tags.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0" name="Shape 8"/>
          <p:cNvSpPr/>
          <p:nvPr/>
        </p:nvSpPr>
        <p:spPr>
          <a:xfrm>
            <a:off x="3337560" y="1508760"/>
            <a:ext cx="265176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9"/>
          <p:cNvSpPr/>
          <p:nvPr/>
        </p:nvSpPr>
        <p:spPr>
          <a:xfrm>
            <a:off x="3520440" y="1691640"/>
            <a:ext cx="502920" cy="502920"/>
          </a:xfrm>
          <a:prstGeom prst="ellipse">
            <a:avLst/>
          </a:prstGeom>
          <a:solidFill>
            <a:srgbClr val="1E40AF">
              <a:alpha val="15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Modulebeschrijvingen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Volledige moduledescriptie met leeruitkomsten, toetsmatrijs en onderwerpen per portefeuille. Print-klaar.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5" name="Shape 13"/>
          <p:cNvSpPr/>
          <p:nvPr/>
        </p:nvSpPr>
        <p:spPr>
          <a:xfrm>
            <a:off x="6263640" y="1508760"/>
            <a:ext cx="2651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4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1D4ED8">
              <a:alpha val="15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5"/>
          <p:cNvSpPr/>
          <p:nvPr/>
        </p:nvSpPr>
        <p:spPr>
          <a:xfrm>
            <a:off x="64008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beheren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voor keywords per portefeuille en periode. Sorteerbaar en filterbaar op naam, Bloom-niveau en meer.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274320" y="5486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Jaar × Blok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Matrix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jaren × 4 blokken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met colspan voor meerdere blokken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op modulenaam → detailpagina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Portefeuilles aan/uitzetten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Bloom-niveau badges per keyword</a:t>
            </a:r>
            <a:endParaRPr lang="en-US" sz="1200" dirty="0"/>
          </a:p>
        </p:txBody>
      </p:sp>
      <p:pic>
        <p:nvPicPr>
          <p:cNvPr id="5" name="Image 0" descr="C:\Users\Martijn\Desktop\Claude projects\Blauwdrukbeheer\screenshots\01-matrix-le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"/>
            <a:ext cx="5303520" cy="466344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Portefeuilles in beeld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Selecteer één of meerdere portefeuilles — de matrix toont direct de bijbehorende keywords per module, uitklapbaar per categorie.</a:t>
            </a:r>
            <a:endParaRPr lang="en-US" sz="1200" dirty="0"/>
          </a:p>
        </p:txBody>
      </p:sp>
      <p:pic>
        <p:nvPicPr>
          <p:cNvPr id="4" name="Image 0" descr="C:\Users\Martijn\Desktop\Claude projects\Blauwdrukbeheer\screenshots\02-matrix-met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566160"/>
          </a:xfrm>
          <a:prstGeom prst="rect">
            <a:avLst/>
          </a:prstGeom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artijn\Desktop\Claude projects\Blauwdrukbeheer\screenshots\03-module-detail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303520" cy="457200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5852160" y="457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Modulebeschrijving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85216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ICT-SE 2.1-2.2 Full stack development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852160" y="1691640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3"/>
          <p:cNvSpPr/>
          <p:nvPr/>
        </p:nvSpPr>
        <p:spPr>
          <a:xfrm>
            <a:off x="5989320" y="17465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EC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89320" y="20116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Totaal studiebelasting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852160" y="2441448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6"/>
          <p:cNvSpPr/>
          <p:nvPr/>
        </p:nvSpPr>
        <p:spPr>
          <a:xfrm>
            <a:off x="598932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89320" y="27614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Leeruitkomsten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852160" y="3191256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9"/>
          <p:cNvSpPr/>
          <p:nvPr/>
        </p:nvSpPr>
        <p:spPr>
          <a:xfrm>
            <a:off x="5989320" y="3246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bewerkbaar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89320" y="35112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Rechtsklik-contextmenu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52160" y="3941064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2"/>
          <p:cNvSpPr/>
          <p:nvPr/>
        </p:nvSpPr>
        <p:spPr>
          <a:xfrm>
            <a:off x="5989320" y="3995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Print-klaar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89320" y="426110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Afdrukken / PDF knop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C86E-7414-23F7-3407-DCD150E7A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595F625-5BDA-A38B-3C7E-DF672291D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19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Toetsmatrijs &amp;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Onderwerpen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20574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Toetsmatrijs per leeruitkomst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en punten per onderdeel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per portefeuille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Inclusief toelichting en Bloom-niveau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Bewerken via rechtsklik</a:t>
            </a:r>
            <a:endParaRPr lang="en-US" sz="1100" dirty="0"/>
          </a:p>
        </p:txBody>
      </p:sp>
      <p:pic>
        <p:nvPicPr>
          <p:cNvPr id="5" name="Image 0" descr="C:\Users\Martijn\Desktop\Claude projects\Blauwdrukbeheer\screenshots\05-module-detail-onderwer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"/>
            <a:ext cx="5303520" cy="466344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Keywords beheren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keywords in één tabel — sorteerbaar op naam, portefeuille, periode of Bloom-niveau. Filter inline, bewerk direct.</a:t>
            </a:r>
            <a:endParaRPr lang="en-US" sz="1200" dirty="0"/>
          </a:p>
        </p:txBody>
      </p:sp>
      <p:pic>
        <p:nvPicPr>
          <p:cNvPr id="4" name="Image 0" descr="C:\Users\Martijn\Desktop\Claude projects\Blauwdrukbeheer\screenshots\06-key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566160"/>
          </a:xfrm>
          <a:prstGeom prst="rect">
            <a:avLst/>
          </a:prstGeom>
          <a:effectLst>
            <a:outerShdw blurRad="152400" dist="38100" dir="8100000" algn="b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40AF">
              <a:alpha val="40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1D4ED8">
              <a:alpha val="5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· Vue Router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 v4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dataopslag via Vite-middleware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aparte 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8"/>
          <p:cNvSpPr/>
          <p:nvPr/>
        </p:nvSpPr>
        <p:spPr>
          <a:xfrm>
            <a:off x="246888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4688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3" name="Text 11"/>
          <p:cNvSpPr/>
          <p:nvPr/>
        </p:nvSpPr>
        <p:spPr>
          <a:xfrm>
            <a:off x="438912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Blauwdrukbeheer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246</Words>
  <Application>Microsoft Office PowerPoint</Application>
  <PresentationFormat>On-screen Show (16:9)</PresentationFormat>
  <Paragraphs>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Blauwdrukbeheer – Productdemo</dc:title>
  <dc:subject>PptxGenJS Presentation</dc:subject>
  <dc:creator>Martijn Schuurmans</dc:creator>
  <cp:lastModifiedBy>Martijn Schuurmans</cp:lastModifiedBy>
  <cp:revision>2</cp:revision>
  <dcterms:created xsi:type="dcterms:W3CDTF">2026-04-04T06:54:07Z</dcterms:created>
  <dcterms:modified xsi:type="dcterms:W3CDTF">2026-04-04T07:07:50Z</dcterms:modified>
</cp:coreProperties>
</file>