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7" r:id="rId11"/>
    <p:sldId id="266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204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352F8-3F6A-A943-C016-FE3C3EC0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24C3C-BBC6-D5AC-7EA8-BBF0F3FED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EED3A-9C9E-8AC9-9EF4-5B0C7A7B7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D40D9-62B3-CF66-AB37-3CB8EA199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64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40AF">
              <a:alpha val="40000"/>
            </a:srgbClr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D4ED8">
              <a:alpha val="5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Blauwdruk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beheer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 van de onderwijsblauwdruk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 Informatica Software Ontwikkeling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8288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Avans Hogeschool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 doet Blauwdrukbeheer?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centrale webapplicatie voor het beheren van de HBO-SO onderwijsblauwdruk — keywords, modules en leeruitkomsten in één overzicht.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5176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1E3A8A">
              <a:alpha val="1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× Blok Matrix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Visueel overzicht van alle modules per jaar en blok. Klikbaar per portefeuille met Bloom-niveau tags.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65176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1E40AF">
              <a:alpha val="15000"/>
            </a:srgbClr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Modulebeschrijvingen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7889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moduledescriptie met leeruitkomsten, toetsmatrijs en onderwerpen per portefeuille. Print-klaar.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6263640" y="1508760"/>
            <a:ext cx="265176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beheren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voor keywords per portefeuille en periode. Sorteerbaar en filterbaar op naam, Bloom-niveau en meer.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Jaar × Blok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21945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jaren × 4 blokken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met colspan voor meerdere blokken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modulenaam → detailpagina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Portefeuilles aan/uitzetten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Bloom-niveau badges per keyword</a:t>
            </a:r>
            <a:endParaRPr lang="en-US" sz="1200" dirty="0"/>
          </a:p>
        </p:txBody>
      </p:sp>
      <p:pic>
        <p:nvPicPr>
          <p:cNvPr id="5" name="Image 0" descr="C:\Users\Martijn\Desktop\Claude projects\Blauwdrukbeheer\screenshots\01-matrix-le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28600"/>
            <a:ext cx="5303520" cy="46634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Portefeuilles in beeld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Selecteer één of meerdere portefeuilles — de matrix toont direct de bijbehorende keywords per module, uitklapbaar per categorie.</a:t>
            </a:r>
            <a:endParaRPr lang="en-US" sz="1200" dirty="0"/>
          </a:p>
        </p:txBody>
      </p:sp>
      <p:pic>
        <p:nvPicPr>
          <p:cNvPr id="4" name="Image 0" descr="C:\Users\Martijn\Desktop\Claude projects\Blauwdrukbeheer\screenshots\02-matrix-met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8412480" cy="3566160"/>
          </a:xfrm>
          <a:prstGeom prst="rect">
            <a:avLst/>
          </a:prstGeom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artijn\Desktop\Claude projects\Blauwdrukbeheer\screenshots\03-module-detail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5303520" cy="457200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852160" y="457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Modulebeschrijving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85216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ICT-SE 2.1-2.2 Full stack development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852160" y="169164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3"/>
          <p:cNvSpPr/>
          <p:nvPr/>
        </p:nvSpPr>
        <p:spPr>
          <a:xfrm>
            <a:off x="5989320" y="1746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89320" y="2011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Totaal studiebelasting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441448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/>
          <p:nvPr/>
        </p:nvSpPr>
        <p:spPr>
          <a:xfrm>
            <a:off x="5989320" y="2496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LU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89320" y="27614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Leeruitkomsten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191256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9"/>
          <p:cNvSpPr/>
          <p:nvPr/>
        </p:nvSpPr>
        <p:spPr>
          <a:xfrm>
            <a:off x="598932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bewerkbaar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89320" y="35112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Rechtsklik-contextmenu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941064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2"/>
          <p:cNvSpPr/>
          <p:nvPr/>
        </p:nvSpPr>
        <p:spPr>
          <a:xfrm>
            <a:off x="5989320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Print-klaar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89320" y="42611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Afdrukken / PDF knop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C86E-7414-23F7-3407-DCD150E7A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595F625-5BDA-A38B-3C7E-DF672291D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4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1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Toetsmatrijs &amp;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Onderwerpen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20574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Toetsmatrijs per leeruitkomst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en punten per onderdeel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per portefeuille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Inclusief toelichting en Bloom-niveau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Bewerken via rechtsklik</a:t>
            </a:r>
            <a:endParaRPr lang="en-US" sz="1100" dirty="0"/>
          </a:p>
        </p:txBody>
      </p:sp>
      <p:pic>
        <p:nvPicPr>
          <p:cNvPr id="5" name="Image 0" descr="C:\Users\Martijn\Desktop\Claude projects\Blauwdrukbeheer\screenshots\05-module-detail-onderwer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28600"/>
            <a:ext cx="5303520" cy="46634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Keywords beheren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keywords in één tabel — sorteerbaar op naam, portefeuille, periode of Bloom-niveau. Filter inline, bewerk direct.</a:t>
            </a:r>
            <a:endParaRPr lang="en-US" sz="1200" dirty="0"/>
          </a:p>
        </p:txBody>
      </p:sp>
      <p:pic>
        <p:nvPicPr>
          <p:cNvPr id="4" name="Image 0" descr="C:\Users\Martijn\Desktop\Claude projects\Blauwdrukbeheer\screenshots\06-keyw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8412480" cy="3566160"/>
          </a:xfrm>
          <a:prstGeom prst="rect">
            <a:avLst/>
          </a:prstGeom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nl-NL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synchronisatie</a:t>
            </a:r>
            <a:endParaRPr lang="nl-NL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nl-NL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Wijzigingen worden bijgehouden (dirty tracking) en via een feature branch + pull request gepusht naar de data-repository — inclusief gegenereerde PDFs.</a:t>
            </a:r>
            <a:endParaRPr lang="nl-NL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140018-3F78-7CE9-1D8A-0BB8CF55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573" y="1281949"/>
            <a:ext cx="6078853" cy="3322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20E7C-B032-6930-AEE2-01281C04F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2805A9-5FAB-60BB-5530-427A61212EDA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nl-NL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synchronisatie</a:t>
            </a:r>
            <a:endParaRPr lang="nl-NL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573CCC-5601-1A3E-2D5E-74808D5AB7E3}"/>
              </a:ext>
            </a:extLst>
          </p:cNvPr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nl-NL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Wijzigingen worden bijgehouden (dirty tracking) en via een feature branch + pull request gepusht naar de data-repository — inclusief gegenereerde PDFs.</a:t>
            </a:r>
            <a:endParaRPr lang="nl-NL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4A9B8E-A001-6E5B-2583-3D6E7BD3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836" y="3354894"/>
            <a:ext cx="4477291" cy="1608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08390D-3071-998A-F5DC-A713FA605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2" y="1711505"/>
            <a:ext cx="4477291" cy="26665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1510E7-48DC-4DD5-7A1D-AE9D388AA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105" y="1188720"/>
            <a:ext cx="4424836" cy="202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2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nl-NL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PDF-generatie</a:t>
            </a:r>
            <a:endParaRPr lang="nl-NL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nl-N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Modulebeschrijvingen worden volledig in de browser gegenereerd (html2canvas + jsPDF) en als PDF meegecommit in dezelfde pull request als de JSON-bestanden.</a:t>
            </a:r>
            <a:endParaRPr lang="nl-NL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6172B-2296-9D1C-F202-C8213AEE2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6642"/>
            <a:ext cx="8229600" cy="29205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40AF">
              <a:alpha val="40000"/>
            </a:srgbClr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D4ED8">
              <a:alpha val="5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· Vue Router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v4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dataopslag via Vite-middleware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aparte backend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645920" cy="1371600"/>
          </a:xfrm>
          <a:prstGeom prst="rect">
            <a:avLst/>
          </a:prstGeom>
          <a:solidFill>
            <a:srgbClr val="1E40AF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3154680"/>
            <a:ext cx="1645920" cy="1371600"/>
          </a:xfrm>
          <a:prstGeom prst="rect">
            <a:avLst/>
          </a:prstGeom>
          <a:solidFill>
            <a:srgbClr val="1E40AF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2468880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3154680"/>
            <a:ext cx="1645920" cy="1371600"/>
          </a:xfrm>
          <a:prstGeom prst="rect">
            <a:avLst/>
          </a:prstGeom>
          <a:solidFill>
            <a:srgbClr val="1E40AF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4389120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38912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Blauwdrukbeheer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323</Words>
  <Application>Microsoft Office PowerPoint</Application>
  <PresentationFormat>On-screen Show (16:9)</PresentationFormat>
  <Paragraphs>70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Blauwdrukbeheer – Productdemo</dc:title>
  <dc:subject>PptxGenJS Presentation</dc:subject>
  <dc:creator>Martijn Schuurmans</dc:creator>
  <cp:lastModifiedBy>Martijn Schuurmans</cp:lastModifiedBy>
  <cp:revision>4</cp:revision>
  <dcterms:created xsi:type="dcterms:W3CDTF">2026-04-04T06:54:07Z</dcterms:created>
  <dcterms:modified xsi:type="dcterms:W3CDTF">2026-04-06T19:01:29Z</dcterms:modified>
</cp:coreProperties>
</file>